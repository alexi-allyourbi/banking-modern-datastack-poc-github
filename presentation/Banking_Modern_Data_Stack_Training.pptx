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19CF0"/>
                </a:solidFill>
              </a:defRPr>
            </a:pPr>
            <a:r>
              <a:t>Banking Modern Data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</a:defRPr>
            </a:pPr>
            <a:r>
              <a:rPr dirty="0"/>
              <a:t>End-to-End Data Engineering Training</a:t>
            </a:r>
            <a:br>
              <a:rPr dirty="0"/>
            </a:br>
            <a:r>
              <a:rPr dirty="0"/>
              <a:t>PostgreSQL  →  </a:t>
            </a:r>
            <a:r>
              <a:rPr dirty="0" err="1"/>
              <a:t>MinIO</a:t>
            </a:r>
            <a:r>
              <a:rPr dirty="0"/>
              <a:t>  →  Snowflake  →  </a:t>
            </a:r>
            <a:r>
              <a:rPr b="1" dirty="0" err="1"/>
              <a:t>dbt</a:t>
            </a:r>
            <a:r>
              <a:rPr dirty="0"/>
              <a:t>  →  </a:t>
            </a:r>
            <a:r>
              <a:rPr b="1" dirty="0"/>
              <a:t>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rPr dirty="0"/>
              <a:t>Training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9CF0"/>
                </a:solidFill>
              </a:defRPr>
            </a:pPr>
            <a:r>
              <a:t>Training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1-2:   Set up PostgreSQL &amp; create database tables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3:       Generate fake banking data with Python Faker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4:       Set up Apache Airflow for orchestration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5:       Set up </a:t>
            </a:r>
            <a:r>
              <a:rPr dirty="0" err="1"/>
              <a:t>MinIO</a:t>
            </a:r>
            <a:r>
              <a:rPr dirty="0"/>
              <a:t> (S3-compatible object storage)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6-7:   Set up Snowflake &amp; create raw tables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8-9:   Build &amp; run the </a:t>
            </a:r>
            <a:r>
              <a:rPr dirty="0" err="1"/>
              <a:t>MinIO</a:t>
            </a:r>
            <a:r>
              <a:rPr dirty="0"/>
              <a:t> → Snowflake Airflow DAG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10-11: Initialize </a:t>
            </a:r>
            <a:r>
              <a:rPr dirty="0" err="1"/>
              <a:t>dbt</a:t>
            </a:r>
            <a:r>
              <a:rPr dirty="0"/>
              <a:t> &amp; run transformations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12:     Run the SCD2 Snapshots DAG</a:t>
            </a:r>
          </a:p>
          <a:p>
            <a:pPr>
              <a:spcAft>
                <a:spcPts val="600"/>
              </a:spcAft>
              <a:defRPr sz="2000">
                <a:solidFill>
                  <a:srgbClr val="BBBBBB"/>
                </a:solidFill>
              </a:defRPr>
            </a:pPr>
            <a:r>
              <a:rPr dirty="0"/>
              <a:t>Step 13:     Verify data in Snowflake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419CF0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6522" y="5633765"/>
            <a:ext cx="340855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400" b="0">
                <a:solidFill>
                  <a:srgbClr val="888888"/>
                </a:solidFill>
              </a:defRPr>
            </a:pPr>
            <a:r>
              <a:rPr lang="en-US" sz="1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All infrastructure runs in Docker containers via docker-compose.yml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051533-26CA-A03E-F738-3557E4B71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5" y="390832"/>
            <a:ext cx="10889429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9CF0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058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PostgreSQL 15 — Source OLTP relational database (customers, accounts, transactions)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Python + Faker — Synthetic data generation to simulate real banking activity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 err="1"/>
              <a:t>MinIO</a:t>
            </a:r>
            <a:r>
              <a:rPr dirty="0"/>
              <a:t> — S3-compatible object storage (local data lake for Parquet files)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Snowflake — Cloud data warehouse (RAW → Staging → Marts)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 err="1"/>
              <a:t>dbt</a:t>
            </a:r>
            <a:r>
              <a:rPr dirty="0"/>
              <a:t> (data build tool) — SQL transformations, SCD2 snapshots, testing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Apache Airflow — Workflow orchestration and scheduling (DAGs)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Docker + docker-compose — Containerized infrastructure for all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Set Up PostgreSQL &amp; Create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PostgreSQL runs as a Docker container (image: postgres:15)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Credentials managed via .env file (POSTGRES_USER, POSTGRES_PASSWORD, POSTGRES_DB)</a:t>
            </a:r>
            <a:endParaRPr lang="en-US"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Three tables defined in </a:t>
            </a:r>
            <a:r>
              <a:rPr dirty="0" err="1"/>
              <a:t>postgres</a:t>
            </a:r>
            <a:r>
              <a:rPr dirty="0"/>
              <a:t>/</a:t>
            </a:r>
            <a:r>
              <a:rPr dirty="0" err="1"/>
              <a:t>schema.sql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customers — id, </a:t>
            </a:r>
            <a:r>
              <a:rPr dirty="0" err="1"/>
              <a:t>first_name</a:t>
            </a:r>
            <a:r>
              <a:rPr dirty="0"/>
              <a:t>, </a:t>
            </a:r>
            <a:r>
              <a:rPr dirty="0" err="1"/>
              <a:t>last_name</a:t>
            </a:r>
            <a:r>
              <a:rPr dirty="0"/>
              <a:t>, email (UNIQUE), </a:t>
            </a:r>
            <a:r>
              <a:rPr dirty="0" err="1"/>
              <a:t>created_at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accounts — id, </a:t>
            </a:r>
            <a:r>
              <a:rPr dirty="0" err="1"/>
              <a:t>customer_id</a:t>
            </a:r>
            <a:r>
              <a:rPr dirty="0"/>
              <a:t> (FK), </a:t>
            </a:r>
            <a:r>
              <a:rPr dirty="0" err="1"/>
              <a:t>account_type</a:t>
            </a:r>
            <a:r>
              <a:rPr dirty="0"/>
              <a:t>, balance (CHECK ≥ 0), currency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transactions — id, </a:t>
            </a:r>
            <a:r>
              <a:rPr dirty="0" err="1"/>
              <a:t>account_id</a:t>
            </a:r>
            <a:r>
              <a:rPr dirty="0"/>
              <a:t> (FK), </a:t>
            </a:r>
            <a:r>
              <a:rPr dirty="0" err="1"/>
              <a:t>txn_type</a:t>
            </a:r>
            <a:r>
              <a:rPr dirty="0"/>
              <a:t>, amount (CHECK &gt; 0), </a:t>
            </a:r>
            <a:r>
              <a:rPr dirty="0" err="1"/>
              <a:t>related_account_id</a:t>
            </a:r>
            <a:r>
              <a:rPr dirty="0"/>
              <a:t>, status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Performance index on transactions(</a:t>
            </a:r>
            <a:r>
              <a:rPr dirty="0" err="1"/>
              <a:t>account_id</a:t>
            </a:r>
            <a:r>
              <a:rPr dirty="0"/>
              <a:t>, </a:t>
            </a:r>
            <a:r>
              <a:rPr dirty="0" err="1"/>
              <a:t>created_at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Command: docker-compose up -d postgres  |  Then run schema.sql against the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Generate Fake Banking Data (Faker)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Script: data-generator/faker_generator.py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Uses the Python Faker library to create realistic synthetic data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Each iteration generates: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10 customers with random names &amp; unique emails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2 accounts per customer (SAVINGS or CHECKING), random balance $10-$1000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50 transactions (DEPOSIT / WITHDRAWAL / TRANSFER), amounts up to $1000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Runs in a continuous loop (2-second intervals) or single iteration (--once flag)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Connects to PostgreSQL using psycopg2 with credentials from 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Command: python data-generator/faker_generator.py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Set Up Apache Airflow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Custom Docker image built from </a:t>
            </a:r>
            <a:r>
              <a:rPr dirty="0" err="1"/>
              <a:t>dockerfile-airflow.dockerfile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Base: </a:t>
            </a:r>
            <a:r>
              <a:rPr dirty="0" err="1"/>
              <a:t>apache</a:t>
            </a:r>
            <a:r>
              <a:rPr dirty="0"/>
              <a:t>/airflow:2.9.3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Installs: </a:t>
            </a:r>
            <a:r>
              <a:rPr dirty="0" err="1"/>
              <a:t>dbt</a:t>
            </a:r>
            <a:r>
              <a:rPr dirty="0"/>
              <a:t>-core, </a:t>
            </a:r>
            <a:r>
              <a:rPr dirty="0" err="1"/>
              <a:t>dbt</a:t>
            </a:r>
            <a:r>
              <a:rPr dirty="0"/>
              <a:t>-snowflake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Two containers: airflow-webserver (UI on port 8080) + airflow-scheduler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Key volume mounts: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./docker/</a:t>
            </a:r>
            <a:r>
              <a:rPr dirty="0" err="1"/>
              <a:t>dags</a:t>
            </a:r>
            <a:r>
              <a:rPr dirty="0"/>
              <a:t> → /opt/airflow/</a:t>
            </a:r>
            <a:r>
              <a:rPr dirty="0" err="1"/>
              <a:t>dags</a:t>
            </a:r>
            <a:r>
              <a:rPr dirty="0"/>
              <a:t> (DAG files)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./</a:t>
            </a:r>
            <a:r>
              <a:rPr dirty="0" err="1"/>
              <a:t>banking_dbt</a:t>
            </a:r>
            <a:r>
              <a:rPr dirty="0"/>
              <a:t> → /opt/airflow/</a:t>
            </a:r>
            <a:r>
              <a:rPr dirty="0" err="1"/>
              <a:t>banking_dbt</a:t>
            </a:r>
            <a:r>
              <a:rPr dirty="0"/>
              <a:t> (</a:t>
            </a:r>
            <a:r>
              <a:rPr dirty="0" err="1"/>
              <a:t>dbt</a:t>
            </a:r>
            <a:r>
              <a:rPr dirty="0"/>
              <a:t> project)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./</a:t>
            </a:r>
            <a:r>
              <a:rPr dirty="0" err="1"/>
              <a:t>banking_dbt</a:t>
            </a:r>
            <a:r>
              <a:rPr dirty="0"/>
              <a:t>/.</a:t>
            </a:r>
            <a:r>
              <a:rPr dirty="0" err="1"/>
              <a:t>dbt</a:t>
            </a:r>
            <a:r>
              <a:rPr dirty="0"/>
              <a:t> → /home/airflow/.</a:t>
            </a:r>
            <a:r>
              <a:rPr dirty="0" err="1"/>
              <a:t>dbt</a:t>
            </a:r>
            <a:r>
              <a:rPr dirty="0"/>
              <a:t> (</a:t>
            </a:r>
            <a:r>
              <a:rPr dirty="0" err="1"/>
              <a:t>dbt</a:t>
            </a:r>
            <a:r>
              <a:rPr dirty="0"/>
              <a:t> </a:t>
            </a:r>
            <a:r>
              <a:rPr dirty="0" err="1"/>
              <a:t>profiles.yml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Separate airflow-</a:t>
            </a:r>
            <a:r>
              <a:rPr dirty="0" err="1"/>
              <a:t>postgres</a:t>
            </a:r>
            <a:r>
              <a:rPr dirty="0"/>
              <a:t> database on port 5433 for Airflow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Access UI: http://localhost:8080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Set Up MinIO (S3-Compatible Storage)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 err="1"/>
              <a:t>MinIO</a:t>
            </a:r>
            <a:r>
              <a:rPr dirty="0"/>
              <a:t> runs as a Docker container (image: </a:t>
            </a:r>
            <a:r>
              <a:rPr dirty="0" err="1"/>
              <a:t>minio</a:t>
            </a:r>
            <a:r>
              <a:rPr dirty="0"/>
              <a:t>/</a:t>
            </a:r>
            <a:r>
              <a:rPr dirty="0" err="1"/>
              <a:t>minio:latest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API on port 9000, Console UI on port 9001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Acts as a local data lake — stores Parquet files between PostgreSQL and Snowflake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Bucket structure: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raw/customers/customers_2026-05-15_143022.parquet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raw/accounts/accounts_2026-05-15_143022.parquet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raw/transactions/transactions_2026-05-15_143022.parquet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Script: consumer/postgres_to_minio.py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Reads all rows from PostgreSQL, converts to Parquet, uploads to </a:t>
            </a:r>
            <a:r>
              <a:rPr dirty="0" err="1"/>
              <a:t>MinIO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rPr dirty="0"/>
              <a:t>Console: http://localhost:9001  |  Command: python consumer/postgres_to_minio.py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6-7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Set Up Snowflake &amp; Create Raw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Sign up for Snowflake 30-day free trial at signup.snowflake.com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Run these queries in Snowflake (from snowflake/queries.txt):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CREATE DATABASE banking;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CREATE SCHEMA banking.raw;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CREATE TABLE customers (v VARIANT);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CREATE TABLE accounts (v VARIANT);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CREATE TABLE transactions (v VARIANT);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Why VARIANT? — Stores semi-structured data (Parquet/JSON) without rigid schema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→ Fields extracted later in dbt staging models: v:id::string, v:email::string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VARIANT = flexible schema for data lake ingestion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8-9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MinIO → Snowflake Airflow 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DAG: </a:t>
            </a:r>
            <a:r>
              <a:rPr dirty="0" err="1"/>
              <a:t>minio_to_snowflake_banking</a:t>
            </a:r>
            <a:r>
              <a:rPr dirty="0"/>
              <a:t> (Schedule: every 1 minute)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File: docker/dags/minio_to_snowflake_dag.py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Task 1 — </a:t>
            </a:r>
            <a:r>
              <a:rPr dirty="0" err="1"/>
              <a:t>download_minio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Connects to </a:t>
            </a:r>
            <a:r>
              <a:rPr dirty="0" err="1"/>
              <a:t>MinIO</a:t>
            </a:r>
            <a:r>
              <a:rPr dirty="0"/>
              <a:t> via boto3 (S3 client)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Lists &amp; downloads all Parquet files to /</a:t>
            </a:r>
            <a:r>
              <a:rPr dirty="0" err="1"/>
              <a:t>tmp</a:t>
            </a:r>
            <a:r>
              <a:rPr dirty="0"/>
              <a:t>/</a:t>
            </a:r>
            <a:r>
              <a:rPr dirty="0" err="1"/>
              <a:t>minio_downloads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Task 2 — </a:t>
            </a:r>
            <a:r>
              <a:rPr dirty="0" err="1"/>
              <a:t>load_snowflake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PUT files to Snowflake internal stage (@%tablename)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COPY INTO table with FILE_FORMAT=(TYPE=PARQUET)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Task flow: </a:t>
            </a:r>
            <a:r>
              <a:rPr dirty="0" err="1"/>
              <a:t>download_minio</a:t>
            </a:r>
            <a:r>
              <a:rPr dirty="0"/>
              <a:t> → </a:t>
            </a:r>
            <a:r>
              <a:rPr dirty="0" err="1"/>
              <a:t>load_snowflake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Enable the DAG in Airflow UI → it auto-runs every minute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10-11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Initialize dbt &amp; Run Transformations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dbt project: banking_dbt/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Profile in banking_dbt/.dbt/profiles.yml → connects to Snowflake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Layers: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Sources (sources.yml) → Points to BANKING.RAW tables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Staging (views) → stg_customers, stg_accounts, stg_transactions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    • Extracts fields from VARIANT: v:id::string, v:email::string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    • Deduplicates using ROW_NUMBER() OVER (PARTITION BY id ORDER BY created_at DESC)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Marts (tables) → dim_customers, dim_accounts, fact_transactions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    • Dimensions built from SCD2 snapshots (effective_from, effective_to, is_current)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t>        • Fact table uses incremental materialization with unique_key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Commands: dbt debug  →  dbt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Run SCD2 Snapshots 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52728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DAG: SCD2_snapshots (Schedule: @daily)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File: docker/dags/scd_snapshots.py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Task 1 — </a:t>
            </a:r>
            <a:r>
              <a:rPr dirty="0" err="1"/>
              <a:t>dbt_snapshot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Runs: </a:t>
            </a:r>
            <a:r>
              <a:rPr dirty="0" err="1"/>
              <a:t>dbt</a:t>
            </a:r>
            <a:r>
              <a:rPr dirty="0"/>
              <a:t> snapshot --profiles-</a:t>
            </a:r>
            <a:r>
              <a:rPr dirty="0" err="1"/>
              <a:t>dir</a:t>
            </a:r>
            <a:r>
              <a:rPr dirty="0"/>
              <a:t> /home/airflow/.</a:t>
            </a:r>
            <a:r>
              <a:rPr dirty="0" err="1"/>
              <a:t>dbt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Compares current staging data vs. previous snapshot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Detects changes and creates historical records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Task 2 — </a:t>
            </a:r>
            <a:r>
              <a:rPr dirty="0" err="1"/>
              <a:t>dbt_run_marts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Runs: </a:t>
            </a:r>
            <a:r>
              <a:rPr dirty="0" err="1"/>
              <a:t>dbt</a:t>
            </a:r>
            <a:r>
              <a:rPr dirty="0"/>
              <a:t> run --select marts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→ Rebuilds dimension and fact tables with latest snapshot data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SCD Type-2 strategy: 'check' — monitors specific columns for changes: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</a:t>
            </a:r>
            <a:r>
              <a:rPr dirty="0" err="1"/>
              <a:t>customers_snapshot</a:t>
            </a:r>
            <a:r>
              <a:rPr dirty="0"/>
              <a:t> checks: </a:t>
            </a:r>
            <a:r>
              <a:rPr dirty="0" err="1"/>
              <a:t>first_name</a:t>
            </a:r>
            <a:r>
              <a:rPr dirty="0"/>
              <a:t>, </a:t>
            </a:r>
            <a:r>
              <a:rPr dirty="0" err="1"/>
              <a:t>last_name</a:t>
            </a:r>
            <a:r>
              <a:rPr dirty="0"/>
              <a:t>, email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• </a:t>
            </a:r>
            <a:r>
              <a:rPr dirty="0" err="1"/>
              <a:t>accounts_snapshot</a:t>
            </a:r>
            <a:r>
              <a:rPr dirty="0"/>
              <a:t> checks: </a:t>
            </a:r>
            <a:r>
              <a:rPr dirty="0" err="1"/>
              <a:t>customer_id</a:t>
            </a:r>
            <a:r>
              <a:rPr dirty="0"/>
              <a:t>, </a:t>
            </a:r>
            <a:r>
              <a:rPr dirty="0" err="1"/>
              <a:t>account_type</a:t>
            </a:r>
            <a:r>
              <a:rPr dirty="0"/>
              <a:t>,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556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rPr dirty="0"/>
              <a:t>Changed rows get </a:t>
            </a:r>
            <a:r>
              <a:rPr dirty="0" err="1"/>
              <a:t>dbt_valid_to</a:t>
            </a:r>
            <a:r>
              <a:rPr dirty="0"/>
              <a:t> timestamp; new row inserted with </a:t>
            </a:r>
            <a:r>
              <a:rPr dirty="0" err="1"/>
              <a:t>dbt_valid_from</a:t>
            </a:r>
            <a:r>
              <a:rPr dirty="0"/>
              <a:t> = now()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9CF0"/>
                </a:solidFill>
              </a:defRPr>
            </a:pPr>
            <a:r>
              <a:t>How SCD Type-2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Slowly Changing Dimension Type 2 = Full History Tracking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Example: Customer 1 changes their email address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  customer_id │ email              │ effective_from │ effective_to │ is_current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  ────────────┼────────────────────┼────────────────┼──────────────┼───────────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       1      │ old@email.com      │ 2026-01-01     │ 2026-05-15   │   FALSE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       1      │ new@email.com      │ 2026-05-15     │     NULL     │   TRUE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• Old row: dbt_valid_to gets set to the change timestamp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• New row: inserted with dbt_valid_from = now, dbt_valid_to = NULL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• is_current = TRUE only for the latest version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</a:defRPr>
            </a:pPr>
            <a:r>
              <a:t>This preserves complete audit history — you can query any point in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Step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Verify Data in Snowflake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38100"/>
          </a:xfrm>
          <a:prstGeom prst="rect">
            <a:avLst/>
          </a:prstGeom>
          <a:solidFill>
            <a:srgbClr val="41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Check raw data landed: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COUNT(*) FROM </a:t>
            </a:r>
            <a:r>
              <a:rPr dirty="0" err="1"/>
              <a:t>banking.raw.customers</a:t>
            </a:r>
            <a:r>
              <a:rPr dirty="0"/>
              <a:t>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COUNT(*) FROM </a:t>
            </a:r>
            <a:r>
              <a:rPr dirty="0" err="1"/>
              <a:t>banking.raw.accounts</a:t>
            </a:r>
            <a:r>
              <a:rPr dirty="0"/>
              <a:t>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COUNT(*) FROM </a:t>
            </a:r>
            <a:r>
              <a:rPr dirty="0" err="1"/>
              <a:t>banking.raw.transactions</a:t>
            </a:r>
            <a:r>
              <a:rPr dirty="0"/>
              <a:t>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Check staging views: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* FROM </a:t>
            </a:r>
            <a:r>
              <a:rPr dirty="0" err="1"/>
              <a:t>banking.analytics.stg_customers</a:t>
            </a:r>
            <a:r>
              <a:rPr dirty="0"/>
              <a:t> LIMIT 10;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Check SCD2 snapshot history: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* FROM </a:t>
            </a:r>
            <a:r>
              <a:rPr dirty="0" err="1"/>
              <a:t>banking.analytics.customers_snapshot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WHERE </a:t>
            </a:r>
            <a:r>
              <a:rPr dirty="0" err="1"/>
              <a:t>customer_id</a:t>
            </a:r>
            <a:r>
              <a:rPr dirty="0"/>
              <a:t> = '1' ORDER BY </a:t>
            </a:r>
            <a:r>
              <a:rPr dirty="0" err="1"/>
              <a:t>dbt_valid_from</a:t>
            </a:r>
            <a:r>
              <a:rPr dirty="0"/>
              <a:t>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Check marts (dimension &amp; fact tables):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* FROM </a:t>
            </a:r>
            <a:r>
              <a:rPr dirty="0" err="1"/>
              <a:t>banking.analytics.dim_customers</a:t>
            </a:r>
            <a:r>
              <a:rPr dirty="0"/>
              <a:t> WHERE </a:t>
            </a:r>
            <a:r>
              <a:rPr dirty="0" err="1"/>
              <a:t>is_current</a:t>
            </a:r>
            <a:r>
              <a:rPr dirty="0"/>
              <a:t> = TRUE LIMIT 10;</a:t>
            </a:r>
          </a:p>
          <a:p>
            <a:pPr>
              <a:spcAft>
                <a:spcPts val="6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    SELECT * FROM </a:t>
            </a:r>
            <a:r>
              <a:rPr dirty="0" err="1"/>
              <a:t>banking.analytics.fact_transactions</a:t>
            </a:r>
            <a:r>
              <a:rPr dirty="0"/>
              <a:t> LIMIT 10;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9CF0"/>
                </a:solidFill>
              </a:defRPr>
            </a:pPr>
            <a:r>
              <a:t>Key Files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1143000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postgres</a:t>
            </a:r>
            <a:r>
              <a:rPr dirty="0"/>
              <a:t>/</a:t>
            </a:r>
            <a:r>
              <a:rPr dirty="0" err="1"/>
              <a:t>schema.sql</a:t>
            </a:r>
            <a:r>
              <a:rPr dirty="0"/>
              <a:t>                           — Database table definitions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data-generator/faker_generator.py             — Synthetic data generator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consumer/postgres_to_minio.py                 — Direct PostgreSQL → </a:t>
            </a:r>
            <a:r>
              <a:rPr dirty="0" err="1"/>
              <a:t>MinIO</a:t>
            </a:r>
            <a:r>
              <a:rPr dirty="0"/>
              <a:t> transfer</a:t>
            </a:r>
            <a:endParaRPr lang="en-US" dirty="0"/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lang="en-US" dirty="0"/>
              <a:t>docker/dags/minio_to_snowflake_dag.py         — Airflow DAG: </a:t>
            </a:r>
            <a:r>
              <a:rPr lang="en-US" dirty="0" err="1"/>
              <a:t>MinIO</a:t>
            </a:r>
            <a:r>
              <a:rPr lang="en-US" dirty="0"/>
              <a:t> → Snowflake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docker/dags/scd_snapshots.py                  — Airflow DAG: </a:t>
            </a:r>
            <a:r>
              <a:rPr dirty="0" err="1"/>
              <a:t>dbt</a:t>
            </a:r>
            <a:r>
              <a:rPr dirty="0"/>
              <a:t> snapshots + marts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snowflake/queries.txt                         — Initial Snowflake setup queries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banking_dbt</a:t>
            </a:r>
            <a:r>
              <a:rPr dirty="0"/>
              <a:t>/models/staging/stg_*.</a:t>
            </a:r>
            <a:r>
              <a:rPr dirty="0" err="1"/>
              <a:t>sql</a:t>
            </a:r>
            <a:r>
              <a:rPr dirty="0"/>
              <a:t>          — </a:t>
            </a:r>
            <a:r>
              <a:rPr dirty="0" err="1"/>
              <a:t>dbt</a:t>
            </a:r>
            <a:r>
              <a:rPr dirty="0"/>
              <a:t> staging models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banking_dbt</a:t>
            </a:r>
            <a:r>
              <a:rPr dirty="0"/>
              <a:t>/models/marts/                     — </a:t>
            </a:r>
            <a:r>
              <a:rPr dirty="0" err="1"/>
              <a:t>dbt</a:t>
            </a:r>
            <a:r>
              <a:rPr dirty="0"/>
              <a:t> dimension &amp; fact tables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banking_dbt</a:t>
            </a:r>
            <a:r>
              <a:rPr dirty="0"/>
              <a:t>/snapshots/                        — </a:t>
            </a:r>
            <a:r>
              <a:rPr dirty="0" err="1"/>
              <a:t>dbt</a:t>
            </a:r>
            <a:r>
              <a:rPr dirty="0"/>
              <a:t> SCD2 snapshot definitions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banking_dbt</a:t>
            </a:r>
            <a:r>
              <a:rPr dirty="0"/>
              <a:t>/.</a:t>
            </a:r>
            <a:r>
              <a:rPr dirty="0" err="1"/>
              <a:t>dbt</a:t>
            </a:r>
            <a:r>
              <a:rPr dirty="0"/>
              <a:t>/</a:t>
            </a:r>
            <a:r>
              <a:rPr dirty="0" err="1"/>
              <a:t>profiles.yml</a:t>
            </a:r>
            <a:r>
              <a:rPr dirty="0"/>
              <a:t>                 — </a:t>
            </a:r>
            <a:r>
              <a:rPr dirty="0" err="1"/>
              <a:t>dbt</a:t>
            </a:r>
            <a:r>
              <a:rPr dirty="0"/>
              <a:t> Snowflake connection profile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docker-</a:t>
            </a:r>
            <a:r>
              <a:rPr dirty="0" err="1"/>
              <a:t>compose.yml</a:t>
            </a:r>
            <a:r>
              <a:rPr dirty="0"/>
              <a:t>                            — All Docker service definitions</a:t>
            </a:r>
          </a:p>
          <a:p>
            <a:pPr>
              <a:spcAft>
                <a:spcPts val="6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dockerfile-airflow.dockerfile</a:t>
            </a:r>
            <a:r>
              <a:rPr dirty="0"/>
              <a:t>                 — Custom Airflow image with </a:t>
            </a:r>
            <a:r>
              <a:rPr dirty="0" err="1"/>
              <a:t>dbt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19CF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1700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Alexandru Istode</cp:lastModifiedBy>
  <cp:revision>13</cp:revision>
  <dcterms:created xsi:type="dcterms:W3CDTF">2013-01-27T09:14:16Z</dcterms:created>
  <dcterms:modified xsi:type="dcterms:W3CDTF">2026-05-16T11:12:37Z</dcterms:modified>
  <cp:category/>
</cp:coreProperties>
</file>